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🗂️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Practical Guide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529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downloading PDFs → setting API keys → writing code in VS Code → running &amp; getting answers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192024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295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 &amp; Setup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3474720"/>
            <a:ext cx="192024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5295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Get API Keys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3474720"/>
            <a:ext cx="192024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5295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VS Code Project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3474720"/>
            <a:ext cx="192024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5295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Download PDFs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192024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68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Tree Index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3913632"/>
            <a:ext cx="192024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968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Query &amp; Get Answer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913632"/>
            <a:ext cx="192024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68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Full Flow Recap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single line of code — understand the full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97480" cy="301752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26974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24128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305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files (research papers,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manuals)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7063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16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 want answered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45643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021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for PageIndex + OpenAI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1298448"/>
            <a:ext cx="2697480" cy="30175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98448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04488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83280" y="208483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1305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project in VS Code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77063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816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index for each PDF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45643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5021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answer pipeline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1298448"/>
            <a:ext cx="269748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298448"/>
            <a:ext cx="26974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784848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208483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1305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answers from any PDF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277063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816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page citations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3456432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5021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DB needed!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Files  →  PageIndex Tree  →  LLM Call #1 (navigate)  →  Fetch Text  →  LLM Call #2 (answer)  →  ✅ Result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+ 1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PageIndex &amp; Get Your API Keys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once before writing any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2336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Install PageIndex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terminal in VS Code (Ctrl + `) and run: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4023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633472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pageindex openai requests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261872"/>
            <a:ext cx="402336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You Need 2 API Keys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691640"/>
            <a:ext cx="3749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737360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7465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API Key  →  dash.pageindex.ai/api-keys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075688"/>
            <a:ext cx="3749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121408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2130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Key  →  platform.openai.com/api-keys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542032"/>
            <a:ext cx="4023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633472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them safely — never share publicly!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1272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Your VS Code Project Structure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41605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56432"/>
            <a:ext cx="416052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5112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" y="351129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351129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Explorer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3803904"/>
            <a:ext cx="3977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pageindex-project/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963924"/>
            <a:ext cx="3977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📄 main.py          ← your main code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123944"/>
            <a:ext cx="3977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📄 .env             ← API keys stored here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283964"/>
            <a:ext cx="3977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data/            ← PDF files go here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443984"/>
            <a:ext cx="3977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paper1.pdf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604004"/>
            <a:ext cx="3977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paper2.pdf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4764024"/>
            <a:ext cx="3977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📄 requirements.txt ← pageindex, openai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456432"/>
            <a:ext cx="402336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456432"/>
            <a:ext cx="40233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38928" y="35112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85816" y="351129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35112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— Never commit this to GitHub!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38039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file — API keys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92040" y="396392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92040" y="412394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PAGEINDEX_API_KEY=pi-xxx...xxx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92040" y="428396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OPENAI_API_KEY=sk-xxx...xxx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92040" y="444398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92040" y="460400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main.py, load them: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92040" y="476402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92040" y="492404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92040" y="5084064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main.py — Imports &amp;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 → create main.py → write this at the top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3611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3167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31673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31673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— top of file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PART 1: Imports ─────────────────────────────────────────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76936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json, requests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openai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08940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pageindex import PageIndexClient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24942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pageindex.utils as utils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40944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56946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PART 2: Load API Keys from .env ─────────────────────────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7294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88950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                                 # reads .env file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04952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20954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PAGEINDEX_API_KEY = os.getenv('PAGEINDEX_API_KEY')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36956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    = os.getenv('OPENAI_API_KEY')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68960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PART 3: Connect to Services ─────────────────────────────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84962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pi_client = PageIndexClient(api_key=PAGEINDEX_API_KEY)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00964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# ↑ document processor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16966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3296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call_llm(prompt, model='gpt-4.1'):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48970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openai.AsyncOpenAI(api_key=OPENAI_API_KEY)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64972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await client.chat.completions.create(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80974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96976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messages=[{'role': 'user', 'content': prompt}],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512978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temperature=0    # 0 = consistent, no randomness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528980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544982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response.choices[0].message.content.strip()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PDF Files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URLs or local files already on your computer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 — Download from URL (automatic)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412480" cy="14813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84124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5506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5506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16550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65506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— download_pdfs()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94767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of PDFs you want to process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10769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PDF_URLS = [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26771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"https://arxiv.org/pdf/2501.12948.pdf",    # DeepSeek-R1 paper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4277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"https://arxiv.org/pdf/1706.03762.pdf",    # Attention Is All You Need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5877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"https://arxiv.org/pdf/2303.08774.pdf",    # GPT-4 Technical Report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777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90779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06781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os.makedirs('data', exist_ok=True)            # create data/ folder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2278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url in PDF_URLS: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3878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filename = url.split('/')[-1]              # e.g. 2501.12948.pdf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54787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f'data/{filename}'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70789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requests.get(url)               # download the PDF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6791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open(path, 'wb') as f: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0279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f.write(response.content)              # save to data/ folder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1879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print(f"Downloaded: {filename}")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3182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 — Use files already on your computer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50292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520440"/>
            <a:ext cx="50292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57530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35753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696" y="357530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35753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files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3867912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Just put your PDFs in the data/ folder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027932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list them: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4187952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pdf_files = ['data/myreport.pdf',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4347972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'data/annual_report.pdf']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77840" y="3520440"/>
            <a:ext cx="32004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715000" y="35844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this step: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38221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2501.12948.pdf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1706.03762.pdf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2303.08774.pdf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PDFs → Build the JSON Tree Index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one-time setup — PageIndex reads your PDF and builds a map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12064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5120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3167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31673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3167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— build_tree()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Submit each PDF to PageIndex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7693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doc_ids = {}   # store doc_id for each file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0894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pdf_path in pdf_files: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2494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SUBMIT the PDF ──────────────────────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4094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pi_client.submit_document(pdf_path)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5694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doc_id = result['doc_id']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7294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doc_ids[pdf_path] = doc_id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8895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print(f"Submitted: {doc_id}")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0495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2095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Wait for processing, then GET THE TREE ──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3695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trees = {}   # store tree for each doc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pdf_path, doc_id in doc_ids.items():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6896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pi_client.is_retrieval_ready(doc_id):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8496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tree = pi_client.get_tree(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0096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doc_id,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1696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node_summary=True    # get summaries!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3296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)['result']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4897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trees[pdf_path] = tree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6497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print(f"Tree ready!")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0" y="12618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PageIndex Does With Your PDF: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0" y="1627632"/>
            <a:ext cx="329184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42432" y="166420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72200" y="16733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Reads every page of the PDF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130552"/>
            <a:ext cx="329184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42432" y="216712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42432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72200" y="21762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Detects section headings &amp; structure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2633472"/>
            <a:ext cx="329184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42432" y="267004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432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72200" y="2679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Builds parent → child hierarchy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69280" y="3136392"/>
            <a:ext cx="329184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42432" y="317296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172200" y="31821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Writes a summary for each section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0" y="3639312"/>
            <a:ext cx="329184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42432" y="367588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42432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172200" y="36850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Assigns unique node_ids (0001, 0002...)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69280" y="4142232"/>
            <a:ext cx="329184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42432" y="417880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42432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172200" y="41879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Returns JSON tree to your code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0" y="4681728"/>
            <a:ext cx="3291840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60720" y="47274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Output: trees['paper.pdf'] = {JSON}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5A — LLM CALL #1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→ LLM Reads the Tree → Finds Where to Look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titles + summaries only — NOT the full PDF 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120640" cy="33101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5120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3167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31673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3167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— tree_search() — LLM CALL #1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'What are the conclusions?'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7693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Pick which document to search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0894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 = trees['data/2501.12948.pdf']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2494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4094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IMPORTANT: Remove actual text!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5694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keep titles + summaries (tiny!)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7294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tree_no_text = utils.remove_fields(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8895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tree.copy(), fields=['text']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0495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# ~5,200 tokens, not 80,000!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2095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3695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the prompt for LLM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search_prompt = f'''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6896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given a question and a document tree.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8496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all nodes likely to contain the answer.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0096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1696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{query}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3296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Tree: {json.dumps(tree_no_text, indent=2)}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4897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6497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ONLY in this JSON format: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8097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"thinking": "...", "node_list": [...] }}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9697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51297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52898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──── LLM CALL #1 ────────────────────────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54498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await call_llm(search_prompt)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56098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result_json = json.loads(result)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69280" y="1261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 Receives: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0" y="1554480"/>
            <a:ext cx="329184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69280" y="1554480"/>
            <a:ext cx="32918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06440" y="160934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53328" y="16093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0216" y="160934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16093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to LLM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06440" y="1901952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'What are conclusions?'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06440" y="2061972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06440" y="2221992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 (titles + summaries only):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06440" y="2382012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0001: Abstract — 'introduces...'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06440" y="2542032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0019: Conclusion — 'presents...'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06440" y="2702052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0018: Discussion — 'discusses...'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806440" y="2862072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...all 23 nodes...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69280" y="2852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 Returns: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669280" y="3145536"/>
            <a:ext cx="32918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669280" y="3145536"/>
            <a:ext cx="32918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06440" y="32004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53328" y="32004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0216" y="320040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83680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from LLM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806440" y="3493008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06440" y="3653028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"thinking": "Node 0019 is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806440" y="3813048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titled Conclusion —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806440" y="3973068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that is the answer",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06440" y="4133088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"node_list": ["0019"]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806440" y="4293108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669280" y="4434840"/>
            <a:ext cx="329184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79008" y="448056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PDF text was sent to LLM!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titles + summaries → 93% cheaper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5B + 5C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Raw Text (No LLM) → Generate Final Answer (LLM Call #2)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fetches the exact pages, then LLM writes the 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120640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5120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3167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31673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3167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— Step 5B: fetch text (NO LLM)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STEP 5B: Fetch raw text ─────────────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7693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(No LLM needed — pure code!)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0894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node_map = utils.create_node_mapping(tree)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2494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node_map = { '0019': {text, title, page...} 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4094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5694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node_ids = result_json['node_list']  # ['0019']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7294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relevant_text = '\n\n'.join(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8895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node_map[nid]['text']    # just a dict lookup!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0495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nid in node_ids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2095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512064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71800"/>
            <a:ext cx="5120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02666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02666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" y="302666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026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— Step 5C: answer (LLM CALL #2)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31927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STEP 5C: Generate answer ────────────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47929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363931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answer_prompt = f'''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379933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the question based on the context.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395935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{query}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411937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 {relevant_text}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27939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43941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459943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──── LLM CALL #2 ────────────────────────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475945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await call_llm(answer_prompt)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919472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print(f"Answer: {answer}")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9280" y="1261872"/>
            <a:ext cx="329184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806440" y="1316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node_map['0019']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06440" y="16093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lookup — instant!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AI, no network call.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0" y="2157984"/>
            <a:ext cx="3291840" cy="7772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806440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relevant_text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06440" y="25054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raw text of page 16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the PDF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0" y="3054096"/>
            <a:ext cx="32918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80644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LLM Call #2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06440" y="3401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2 pages of 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final answer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69280" y="3950208"/>
            <a:ext cx="329184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806440" y="4005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Answer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806440" y="4297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 + page citation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show the user!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FULL CODE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main.py — Everything Together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your final file looks like when you press Run 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25196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2519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167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3167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31673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3167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 — complete file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76936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json, requests, asyncio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openai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08940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pageindex import PageIndexClient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24942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pageindex.utils as utils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40944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56946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72948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88950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PageIndexClient(os.getenv('PAGEINDEX_API_KEY'))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04952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20954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call_llm(prompt):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36956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openai.AsyncOpenAI(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api_key=os.getenv('OPENAI_API_KEY'))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68960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await client.chat.completions.create(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84962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model='gpt-4.1',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00964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messages=[{'role':'user','content':prompt}],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16966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temperature=0)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32968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r.choices[0].message.content.strip()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48970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64972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main():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80974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1: Download &amp; submit PDF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96976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 = 'https://arxiv.org/pdf/2501.12948.pdf'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512978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open('data/paper.pdf','wb').write(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528980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requests.get(url).content)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544982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560984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doc_id = pi.submit_document('data/paper.pdf')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576986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doc_id = doc_id['doc_id']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1261872"/>
            <a:ext cx="397764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1261872"/>
            <a:ext cx="3977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13167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84648" y="13167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31536" y="131673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131673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(continued)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37760" y="160934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2: Get tree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37760" y="176936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 = pi.get_tree(doc_id,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37760" y="192938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node_summary=True)['result']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37760" y="208940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37760" y="224942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3: Tree search (LLM Call #1)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37760" y="240944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 = 'What are the conclusions?'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37760" y="256946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tree_clean = utils.remove_fields(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37760" y="272948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tree.copy(), fields=['text'])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37760" y="288950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prompt1 = f'''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37760" y="304952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nodes for: {query}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37760" y="320954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Tree: {json.dumps(tree_clean)}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37760" y="336956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Reply: {{'thinking':..,'node_list':[..]}}'''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37760" y="352958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r1 = json.loads(await call_llm(prompt1))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37760" y="368960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37760" y="384962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4: Fetch text (NO LLM)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37760" y="400964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nmap = utils.create_node_mapping(tree)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37760" y="416966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'\n'.join(nmap[n]['text']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432968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n in r1['node_list'])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937760" y="448970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937760" y="464972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5: Answer (LLM Call #2)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937760" y="480974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await call_llm(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937760" y="496976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f'Answer: {query}\nContext: {text}')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937760" y="512978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print("Answer:", answer)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937760" y="528980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937760" y="544982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asyncio.run(main())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RUN IT!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▶ in VS Code — Here's What You'll See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 terminal → type: python main.py → press Enter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16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How to run: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31673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 → open Terminal (Ctrl + `)  →  type:   python main.py   →  press Enter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3063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84124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9222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7922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6696" y="179222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79222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Terminal 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0848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main.py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2448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40487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Downloaded: 2501.12948.pdf  ✓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56489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Submitted: pi-cmeseq08w00vt0bo3u6tr244g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72491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Processing...  Tree ready!  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8849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0449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 LLM CALL #1: Tree Search ───────────────────────────────────────────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20497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Thinking: Node 0019 is titled '5. Conclusion, Limitations, and Future Work'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36499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— that is clearly the answer. Primary node: 0019.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52501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Retrieved: Node 0019  |  Page 16  |  '5. Conclusion...'  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6850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8450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 Fetching text from node 0019 (NO LLM) ─────────────────────────────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Fetched 1,247 tokens of raw text from page 16  ✓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16509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32511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 LLM CALL #2: Answer Generation ─────────────────────────────────────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4851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6451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DeepSeek-R1-Zero (pure RL) achieves strong performance across tasks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80517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DeepSeek-R1 matches OpenAI-o1-1217 using cold-start + iterative RL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96519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Distilled 1.5B model outperforms GPT-4o on AIME (28.9%) and MATH (83.9%)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512521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52852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2 LLM calls  |  ~5,200 tokens  |  ~4.2 seconds  ✓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Happens — From PDF to Answer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flow in one 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097280" cy="2926080"/>
          </a:xfrm>
          <a:prstGeom prst="rect">
            <a:avLst/>
          </a:prstGeom>
          <a:solidFill>
            <a:srgbClr val="F8FAFC"/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61872"/>
            <a:ext cx="109728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" y="193852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" y="2542032"/>
            <a:ext cx="987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paper.pdf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data/ folder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89888" y="24688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17904" y="1261872"/>
            <a:ext cx="1097280" cy="292608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17904" y="1261872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7904" y="138988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72768" y="193852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2542032"/>
            <a:ext cx="987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via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JSON tree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33472" y="24688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61488" y="1261872"/>
            <a:ext cx="1097280" cy="2926080"/>
          </a:xfrm>
          <a:prstGeom prst="rect">
            <a:avLst/>
          </a:prstGeom>
          <a:solidFill>
            <a:srgbClr val="EEF2FF"/>
          </a:solidFill>
          <a:ln w="19050">
            <a:solidFill>
              <a:srgbClr val="3730A3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61488" y="1261872"/>
            <a:ext cx="1097280" cy="5486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138988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816352" y="193852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16352" y="2542032"/>
            <a:ext cx="987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+ summaries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sections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77056" y="24688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5072" y="1261872"/>
            <a:ext cx="1097280" cy="292608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05072" y="1261872"/>
            <a:ext cx="10972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138988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059936" y="193852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#1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59936" y="2542032"/>
            <a:ext cx="987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tree 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node_ids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96512" y="3273552"/>
            <a:ext cx="9144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3310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20640" y="24688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48656" y="1261872"/>
            <a:ext cx="1097280" cy="292608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48656" y="1261872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138988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303520" y="193852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Fetches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2542032"/>
            <a:ext cx="987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lookup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used!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40096" y="3273552"/>
            <a:ext cx="914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0096" y="3310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64224" y="24688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92240" y="1261872"/>
            <a:ext cx="1097280" cy="292608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92240" y="1261872"/>
            <a:ext cx="10972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138988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547104" y="193852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#2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47104" y="2542032"/>
            <a:ext cx="987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page 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answer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83680" y="3273552"/>
            <a:ext cx="914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3310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607808" y="24688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735824" y="1261872"/>
            <a:ext cx="1097280" cy="292608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735824" y="1261872"/>
            <a:ext cx="10972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35824" y="138988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7790688" y="1938528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Citation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90688" y="2542032"/>
            <a:ext cx="987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page number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0080" y="4315968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40080" y="435254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1234440" y="438912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built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(one-time)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67712" y="4315968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267712" y="435254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2862072" y="438912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895344" y="4315968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895344" y="435254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4489704" y="438912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22976" y="4315968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522976" y="435254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6117336" y="438912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150608" y="4315968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150608" y="435254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~4s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7744968" y="438912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Run PageIndex! 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3749040" cy="402336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92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Installed pageindex + openai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719072"/>
            <a:ext cx="3749040" cy="402336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92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Got 2 API keys → stored in .env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21992"/>
            <a:ext cx="3749040" cy="402336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95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Created VS Code project 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221992"/>
            <a:ext cx="3749040" cy="402336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295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Downloaded PDFs into data/ folder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724912"/>
            <a:ext cx="3749040" cy="402336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98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Submitted PDFs → got JSON tree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24912"/>
            <a:ext cx="3749040" cy="402336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798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LLM Call #1 → finds the right nodes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27832"/>
            <a:ext cx="3749040" cy="402336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3009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Code fetches raw text (free!)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27832"/>
            <a:ext cx="3749040" cy="402336"/>
          </a:xfrm>
          <a:prstGeom prst="rect">
            <a:avLst/>
          </a:prstGeom>
          <a:solidFill>
            <a:srgbClr val="1E2D4A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3009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LLM Call #2 → writes final answer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67328"/>
            <a:ext cx="76809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8313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DB  •  No Chunking  •  No Embeddings  •  Just Reasoning + JSON  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315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dash.pageindex.ai  •  github.com/VectifyAI/PageIndex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PageIndex — Step by Step Practical Guide</dc:title>
  <dc:subject>PptxGenJS Presentation</dc:subject>
  <dc:creator>PptxGenJS</dc:creator>
  <cp:lastModifiedBy>PptxGenJS</cp:lastModifiedBy>
  <cp:revision>1</cp:revision>
  <dcterms:created xsi:type="dcterms:W3CDTF">2026-03-16T11:55:18Z</dcterms:created>
  <dcterms:modified xsi:type="dcterms:W3CDTF">2026-03-16T11:55:18Z</dcterms:modified>
</cp:coreProperties>
</file>