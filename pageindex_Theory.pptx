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73152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Reasoning-Based RAG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learns to navigate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like a human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457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80560" y="1051560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10912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Vector RAG Fails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947672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066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10912" y="20391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Navigate Docs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843784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10912" y="293522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Reasoning Loop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3739896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10912" y="383133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Tree Index Structure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051560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96912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Pipeline + LLM Calls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947672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2066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96912" y="20391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ToC Scenarios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843784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96912" y="293522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Query Walkthrough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3739896"/>
            <a:ext cx="210312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0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96912" y="383133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vs PageIndex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Vector RAG Fails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 failures — from a simple query like "Who invented Python?"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6517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636776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550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Query-Knowledge Mismatch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text that sounds similar to your question — but not text that actually answers it.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invented Python?" → gets 5 chunks about what Python does, not who made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150876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2696" y="163677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16550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 Fails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legal/financial/technical docs, 10 passages look identical to the AI. Only one has the right specific detail — and it's buried at rank 8.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50876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63677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6550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Cross-References (Multi-Hop)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63056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says "see Appendix G" — AI sees it but never follows it. The actual answer is in Appendix G, which AI never fetches.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88720" y="3246120"/>
            <a:ext cx="2880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88720" y="3246120"/>
            <a:ext cx="2880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16736" y="337413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16736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339242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≠ Correct Answer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16736" y="3840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revenue (score 0.94) beats total revenue (score 0.91) — AI confidently returns $4.2B instead of the correct $6.1B.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0" y="3246120"/>
            <a:ext cx="2880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3246120"/>
            <a:ext cx="2880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17136" y="33741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7136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39242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Chunking Breaks Meaning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17136" y="3840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cut at 512 tokens split sentences mid-flow: Chunk A has eligibility criteria, Chunk B has the dollar amount — neither is useful alone.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Navigate — The PageIndex Reasoning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teaches the AI to read a document exactly like a smart human researcher would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129844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306324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91056" y="267919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37360" y="1444752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37360" y="1444752"/>
            <a:ext cx="129844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15727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5798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01368" y="2560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306324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document map to find relevant sections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54096" y="267919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0" y="1444752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444752"/>
            <a:ext cx="129844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15727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2102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64408" y="2560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306324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most likely section based on the question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17136" y="267919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1444752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444752"/>
            <a:ext cx="129844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15727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8406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27448" y="2560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27448" y="306324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pull relevant content from that section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80176" y="267919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26480" y="1444752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1444752"/>
            <a:ext cx="129844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15727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4710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90488" y="2560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0488" y="306324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info? YES → answer. NO → loop back.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43216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NO↩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43216" y="2679192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89520" y="1444752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89520" y="1444752"/>
            <a:ext cx="129844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157276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1014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653528" y="2560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653528" y="306324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answer with citations returned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2519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If information is NOT sufficient after reading a section — the loop restarts: Read ToC again → pick another section → extract more info → check again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Tree Index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Document's Complete Map — Stored in LLM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vector database, PageIndex stores the document structure as a JSON tree inside the AI's context window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66344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48132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48132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148132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481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attention_is_all_you_need.pdf — tree index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81051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1959559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"doc_name": "attention_is_all_you_need.pdf",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210860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"structure": [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" y="225765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" y="2406701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"Introduction",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255574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"node_id": "0001",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" y="2704795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"start_index": 2, "end_index": 2,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8912" y="285384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"summary": "Introduces the Transformer..",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912" y="300289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"nodes": []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" y="3151937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" y="330098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" y="3450031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"Model Architecture",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8912" y="359907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"node_id": "0003",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" y="374812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"start_index": 3, "end_index": 6,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" y="3897173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"nodes": [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8912" y="40462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8912" y="4195267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"title": "Multi-Head Attention",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8912" y="434431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"node_id": "0007",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8912" y="449336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"start_index": 4, "end_index": 5,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8912" y="4642409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"summary": "Explains attention heads"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8912" y="479145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8912" y="4940503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8912" y="508955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8912" y="523859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8912" y="5387645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0352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Field Does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212080" y="1810512"/>
            <a:ext cx="35661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12080" y="1810512"/>
            <a:ext cx="54864" cy="56692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18562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21808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— used to fetch exact raw text later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12080" y="2468880"/>
            <a:ext cx="35661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12080" y="2468880"/>
            <a:ext cx="54864" cy="56692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21808" y="25146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21808" y="2743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section name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12080" y="3127248"/>
            <a:ext cx="35661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12080" y="3127248"/>
            <a:ext cx="54864" cy="56692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21808" y="31729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start/end_index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21808" y="34015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pages this section covers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212080" y="3785616"/>
            <a:ext cx="35661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212080" y="3785616"/>
            <a:ext cx="54864" cy="566928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21808" y="383133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21808" y="40599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so LLM can decide if it's relevant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12080" y="4443984"/>
            <a:ext cx="35661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12080" y="4443984"/>
            <a:ext cx="54864" cy="566928"/>
          </a:xfrm>
          <a:prstGeom prst="rect">
            <a:avLst/>
          </a:prstGeom>
          <a:solidFill>
            <a:srgbClr val="D8B4FE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21808" y="44897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nodes: []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21808" y="47183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sections — creates the hierarchy / tree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212080" y="5102352"/>
            <a:ext cx="3566160" cy="0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In-Context Index: Unlike vector DBs stored externally, this JSON tree lives inside the LLM's context — so it can reason over it directly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Framework — How PageIndex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Build Tree Index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per document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PDF, Markdown, or HTML document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Hierarchical JSON tree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257860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578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or discover document structure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99923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999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parent-child node hierarchy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341985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summary for each node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384048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840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unique node IDs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315968"/>
            <a:ext cx="37490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Stored as simple JSON — No vector database 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143000"/>
            <a:ext cx="4023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Reasoning Retrieval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 — only 2 LLM calls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User query + Tree index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Targeted answer with citations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2542032"/>
            <a:ext cx="374904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5877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33872" y="2587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tree, picks relevant nodes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65008" y="2615184"/>
            <a:ext cx="5486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65008" y="26334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92040" y="3072384"/>
            <a:ext cx="374904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118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33872" y="3118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extracts raw text (no LLM used)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65008" y="3145536"/>
            <a:ext cx="54864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31638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92040" y="3602736"/>
            <a:ext cx="374904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6484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33872" y="36484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final answer from text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65008" y="3675888"/>
            <a:ext cx="5486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65008" y="36941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92040" y="4315968"/>
            <a:ext cx="114300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0680" y="43434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53912" y="4315968"/>
            <a:ext cx="114300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53912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~5,200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702552" y="43434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15784" y="4315968"/>
            <a:ext cx="114300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5784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964424" y="43434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ToC Scenarios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PageIndex Handles Every Document Type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come in 3 forms — PageIndex handles all of them automatically, always producing the same JSON output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697480" cy="35661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2697480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35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Scenario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IS Present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9144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12848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57860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5786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existing ToC pages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962656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96265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section titles → page numbers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346704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3467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hierarchy from indentation levels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730752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7307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node_ids to each section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114800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node → page range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45994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LLM calls  •  Fast and accurate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63824" y="1389888"/>
            <a:ext cx="2697480" cy="356616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1389888"/>
            <a:ext cx="269748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1435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Scenario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73552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Present but Page Numbers Missing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73552" y="2194560"/>
            <a:ext cx="9144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212848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Case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257860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93592" y="25786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ToC to get section titles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2962656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93592" y="296265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numbers available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3346704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93592" y="33467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scans document to find each title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3730752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93592" y="37307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title text → actual pages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91840" y="4114800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93592" y="41148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node with discovered page range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73552" y="457200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28416" y="45994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LLM calls  •  Slower but reliable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71616" y="1389888"/>
            <a:ext cx="2697480" cy="35661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71616" y="1389888"/>
            <a:ext cx="269748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81344" y="1435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Scenario 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81344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ToC Present at All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81344" y="2194560"/>
            <a:ext cx="91440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2212848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Case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99632" y="25786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9632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01384" y="25786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ToC to read — start from scratch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99632" y="296265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9632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01384" y="296265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scans all pages top-to-bottom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99632" y="334670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9632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01384" y="33467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headers, sections, chapters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99632" y="373075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9632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01384" y="37307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document structure from content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199632" y="411480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99632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501384" y="41148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full hierarchy from scratch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457200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36208" y="45994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LLM calls  •  Most thorough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PageIndex Converts a Document → JSON Tree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508760" cy="315468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207008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in each page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28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92808" y="24688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57400" y="1097280"/>
            <a:ext cx="1508760" cy="31546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78608" y="120700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18105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existing table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48840" y="3291840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328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LLM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84448" y="24688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49040" y="1097280"/>
            <a:ext cx="1508760" cy="31546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70248" y="120700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40480" y="18105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hierarchy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structure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3291840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328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2–15 LLM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76088" y="24688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40680" y="1097280"/>
            <a:ext cx="1508760" cy="3154680"/>
          </a:xfrm>
          <a:prstGeom prst="rect">
            <a:avLst/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61888" y="1207008"/>
            <a:ext cx="475488" cy="47548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188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18105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Big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Subdivide nodes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token limit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32120" y="3291840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3328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67728" y="24688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132320" y="1097280"/>
            <a:ext cx="1508760" cy="315468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53528" y="120700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5352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23760" y="18105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IDs, summaries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descriptions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3291840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3328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node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40740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4480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LLM Calls to Build the Tree: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47000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(ToC Present): ~1–5 calls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0" y="47000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(ToC, no page #): ~5–15 calls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(No ToC): ~10–20 calls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Federal Reserve Deferred Assets Report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asks: "What is the total value of deferred assets in the 2023 Federal Reserve report?"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719072"/>
            <a:ext cx="2606040" cy="173736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719072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STEP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56232" y="1810512"/>
            <a:ext cx="96012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56232" y="1828800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#1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JSON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node summaries. Finds node_id 0041-0042 covering pages 75-82 about deferred assets. Selects these nodes.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1719072"/>
            <a:ext cx="2606040" cy="17373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719072"/>
            <a:ext cx="26060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STEP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1810512"/>
            <a:ext cx="96012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828800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0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Fetches Pages 75–82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50545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raw text from pages 75-82. No LLM needed here — pure code. Sends text back to LLM.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16752" y="1719072"/>
            <a:ext cx="2606040" cy="173736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16752" y="1719072"/>
            <a:ext cx="26060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STEP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25512" y="1810512"/>
            <a:ext cx="96012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25512" y="1828800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Call #1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26480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Checks — Not Enough!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50545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text. Finds: "Table 5.3 summarizes income... Appendix G provides more detailed information…" → NEEDS TO FOLLOW THIS REFERENCE.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19072" y="3703320"/>
            <a:ext cx="2834640" cy="17373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719072" y="3703320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813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STEP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56432" y="3794760"/>
            <a:ext cx="96012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3813048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0" y="4160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Fetches Appendix 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448970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tree to node_id 0089 (Appendix G: Statistical Tables). Pulls Table 5.3 with full deferred asset data.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8032" y="3703320"/>
            <a:ext cx="2834640" cy="173736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370332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813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STEP 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65392" y="3794760"/>
            <a:ext cx="96012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3813048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#2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0" y="4160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Final Answer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448970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 deferred assets = $X billion per Table 5.3 (Appendix G, page 156)." Includes full section-level citation.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vs PageIndex — Side by Side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40233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83464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18872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 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74320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887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 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0020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0020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Mismatch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surface words — misses true meaning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Reasons: 'Debt trends → Appendix G' — infers location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21992"/>
            <a:ext cx="265176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221992"/>
            <a:ext cx="283464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221992"/>
            <a:ext cx="274320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67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≠ Relevance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22677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chunks retrieved, wrong answer returned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09360" y="22677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ToC intent → navigates to correct exact section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843784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843784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843784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895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Chunking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28895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512-token cuts fragment sentences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28895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full semantic sections, fetches neighbours if incomplete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65576"/>
            <a:ext cx="265176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465576"/>
            <a:ext cx="283464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465576"/>
            <a:ext cx="274320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112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91840" y="35112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isolated — forgets conversation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5112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chat history: 'assets?' → 'liabilities?' = same section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087368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4087368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087368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91840" y="4133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'see Appendix G' — never follows it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4133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index tree to Appendix G — retrieves automatically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searches for similar text.  PageIndex thinks about where to look and why.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Searching.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Reasoning.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replicates how a human expert navigates a document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map, following references, reasoning about structure.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233172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334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7124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JSON Tree Index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657600"/>
            <a:ext cx="233172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334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37124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Vector 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657600"/>
            <a:ext cx="233172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334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37124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2 LLM Calls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096512"/>
            <a:ext cx="233172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334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1513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Multi-Hop Reasoning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4096512"/>
            <a:ext cx="233172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334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41513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Citations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4096512"/>
            <a:ext cx="233172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334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41513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93% Token Reduction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PageIndex — Reasoning-Based RAG</dc:title>
  <dc:subject>PptxGenJS Presentation</dc:subject>
  <dc:creator>PptxGenJS</dc:creator>
  <cp:lastModifiedBy>PptxGenJS</cp:lastModifiedBy>
  <cp:revision>1</cp:revision>
  <dcterms:created xsi:type="dcterms:W3CDTF">2026-03-16T10:45:54Z</dcterms:created>
  <dcterms:modified xsi:type="dcterms:W3CDTF">2026-03-16T10:45:54Z</dcterms:modified>
</cp:coreProperties>
</file>